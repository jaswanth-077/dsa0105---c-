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75" r:id="rId5"/>
    <p:sldId id="258" r:id="rId6"/>
    <p:sldId id="259" r:id="rId7"/>
    <p:sldId id="261" r:id="rId8"/>
    <p:sldId id="262" r:id="rId9"/>
    <p:sldId id="263" r:id="rId10"/>
    <p:sldId id="264" r:id="rId12"/>
    <p:sldId id="267" r:id="rId13"/>
    <p:sldId id="271" r:id="rId14"/>
    <p:sldId id="285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7" d="100"/>
          <a:sy n="77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8F708-D1A6-4FBA-B359-CD18EE55356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F7C7B-94FE-4F2B-AE19-42AA08AA161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7C7B-94FE-4F2B-AE19-42AA08AA161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E42C1-12A1-40C7-9078-E216A156D8A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C394-CF47-49B8-AF41-E13EBF57038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48443"/>
            <a:ext cx="11994931" cy="11231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7638" y="1918732"/>
            <a:ext cx="10360412" cy="443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0845" marR="5080" indent="-4208780">
              <a:lnSpc>
                <a:spcPct val="103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699" y="2309164"/>
            <a:ext cx="9537532" cy="10833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28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TITLE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endParaRPr sz="3000" b="1" dirty="0">
              <a:solidFill>
                <a:srgbClr val="00B0F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350" y="4512945"/>
            <a:ext cx="3666490" cy="20364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8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G. Jaswanth (192472235)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D. Dileep Kumar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(1924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24281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Akshit Binu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(1924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25284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endParaRPr lang="en-IN" dirty="0">
              <a:latin typeface="Arial" panose="020B0604020202020204" pitchFamily="34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endParaRPr lang="en-IN" dirty="0">
              <a:latin typeface="Arial" panose="020B0604020202020204" pitchFamily="34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endParaRPr lang="en-IN" dirty="0">
              <a:latin typeface="Arial" panose="020B0604020202020204" pitchFamily="34" charset="0"/>
            </a:endParaRPr>
          </a:p>
          <a:p>
            <a:pPr marL="199390" marR="191135" indent="-635">
              <a:lnSpc>
                <a:spcPct val="150000"/>
              </a:lnSpc>
              <a:spcBef>
                <a:spcPts val="100"/>
              </a:spcBef>
            </a:pPr>
            <a:endParaRPr lang="en-IN" sz="1800" b="1" spc="-1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5799" y="4697072"/>
            <a:ext cx="2959861" cy="92265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>
            <a:defPPr>
              <a:defRPr kern="0"/>
            </a:defPPr>
          </a:lstStyle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sz="20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50000"/>
              </a:lnSpc>
              <a:spcBef>
                <a:spcPts val="13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sz="18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Jegadeesh</a:t>
            </a:r>
            <a:endParaRPr lang="en-IN" sz="1800" b="1" spc="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77670" y="2984500"/>
            <a:ext cx="9326245" cy="1122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Study Planner with Deadline Recovery and Workload Balancing Using C++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0515" y="1343025"/>
            <a:ext cx="7114540" cy="5011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4204335" y="349250"/>
            <a:ext cx="27603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lang="en-I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7525" y="1764665"/>
            <a:ext cx="1115695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C++-based study planner for managing academic tasks, deadlines, and study workloads.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Analyzes task urgency, estimated effort, and available study hours to prioritize assignments.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Unique Feature: Constraint-Aware Study Recovery recommends revised schedules when students miss deadlines or face overlapping assignments.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Reschedules flexible tasks while respecting fixed deadlines and daily study-hour limits.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Identifies impossible schedules and explains why certain tasks receive higher priority.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Tracks academic progress and generates reports using local file storage.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0515" y="1343025"/>
            <a:ext cx="7114540" cy="5011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3759200" y="34925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I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14375" y="1556385"/>
            <a:ext cx="1025525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struggle to manage multiple assignments with overlapping deadlines and limited study hours.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Traditional task planners mainly track deadlines but may not address unrealistic study schedules.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Missed deadlines can create workload backlogs and increase academic pressure.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need a way to prioritize tasks based on urgency, workload, and deadline flexibility.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system addresses this through constraint-aware study recovery and workload balancing.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650143" y="413360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1865" y="1605280"/>
            <a:ext cx="10075545" cy="473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 a C++ application to manage academic tasks and deadlines.</a:t>
            </a:r>
            <a:endParaRPr lang="en-US" alt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Prioritize tasks based on urgency, workload, and available study time.</a:t>
            </a:r>
            <a:endParaRPr lang="en-US" alt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 constraint-aware recovery to recommend revised schedules when plans fail.</a:t>
            </a:r>
            <a:endParaRPr lang="en-US" alt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Balance daily workloads while respecting fixed deadlines and study-hour limits.</a:t>
            </a:r>
            <a:endParaRPr lang="en-US" alt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Track task completion and generate academic progress reports.</a:t>
            </a:r>
            <a:endParaRPr lang="en-US" alt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219716" y="487788"/>
            <a:ext cx="688192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133" y="1823512"/>
            <a:ext cx="10035534" cy="42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a centralized platform to manage academic tasks, deadlines, and study schedules.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Calculates task priority using urgency, estimated workload, and available study hours.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Introduces **Constraint-Aware Study Recovery** to recommend realistic schedules when students fall behind.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Balances workloads by rescheduling flexible tasks while respecting fixed deadlines and study-hour limits.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Identifies scheduling conflicts and explains task prioritization decisions.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Generates progress reports to help students monitor academic performance.</a:t>
            </a:r>
            <a:endParaRPr lang="en-US" alt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5454" y="736526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0175"/>
            <a:ext cx="12192000" cy="657352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585" y="40005"/>
            <a:ext cx="1135380" cy="1238250"/>
          </a:xfrm>
          <a:prstGeom prst="rect">
            <a:avLst/>
          </a:prstGeom>
          <a:noFill/>
        </p:spPr>
      </p:pic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1975" y="26035"/>
            <a:ext cx="1348105" cy="125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230630" y="257175"/>
            <a:ext cx="93065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1: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 Management and Persistent Storage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49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100063" y="271872"/>
            <a:ext cx="904341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2: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Deadline Risk and Study Recovery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49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95343" y="281962"/>
            <a:ext cx="983894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3: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Workload Balancing and Progress Analytics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35380" cy="1146810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3165" y="-321"/>
            <a:ext cx="1348392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49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341090" y="533417"/>
            <a:ext cx="6096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2820" y="1473835"/>
            <a:ext cx="946404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Prioritization:</a:t>
            </a:r>
            <a:r>
              <a:rPr lang="en-IN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tasks that need immediate attention.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Deadline Recovery: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Recommends revised schedules when students fall behind.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Workload Balancing:</a:t>
            </a:r>
            <a:r>
              <a:rPr lang="en-IN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Distributes flexible tasks according to available study hours.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Conflict Detection:</a:t>
            </a:r>
            <a:r>
              <a:rPr lang="en-IN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 overloaded days and unrealistic schedules.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Tracking: 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Monitors completed, pending, and overdue tasks.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Solution: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C++ and local file storage without paid APIs.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49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341090" y="533417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2820" y="1473835"/>
            <a:ext cx="9775190" cy="4887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simple C++ solution for academic task and deadline management.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unique Constraint-Aware Study Recovery</a:t>
            </a:r>
            <a:r>
              <a:rPr lang="en-IN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recommends realistic schedules when students fall behind.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Workload balancing helps identify overloaded days and reschedule flexible tasks.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supports better planning and monitoring of academic tasks.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30000"/>
              </a:lnSpc>
              <a:buAutoNum type="arabicPeriod"/>
            </a:pPr>
            <a:r>
              <a:rPr lang="en-US" altLang="en-US" sz="24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include graphical interfaces, automated reminders, and calendar integration.</a:t>
            </a:r>
            <a:endParaRPr lang="en-US" altLang="en-US" sz="240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49" y="0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65084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4553528" y="276407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3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0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Presentation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Times New Roman</vt:lpstr>
      <vt:lpstr>Microsoft YaHei</vt:lpstr>
      <vt:lpstr>Arial Unicode MS</vt:lpstr>
      <vt:lpstr>Calibri Light</vt:lpstr>
      <vt:lpstr>Calibri</vt:lpstr>
      <vt:lpstr>Aptos</vt:lpstr>
      <vt:lpstr>Segoe UI</vt:lpstr>
      <vt:lpstr>Office Theme</vt:lpstr>
      <vt:lpstr>CAPSTONE PROJECT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</dc:title>
  <dc:creator>Panjagalla Narasimha</dc:creator>
  <cp:lastModifiedBy>gjjas</cp:lastModifiedBy>
  <cp:revision>14</cp:revision>
  <dcterms:created xsi:type="dcterms:W3CDTF">2025-12-06T04:38:00Z</dcterms:created>
  <dcterms:modified xsi:type="dcterms:W3CDTF">2026-10-23T03:12:00Z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83EDD6639CB449E2A8433743627A425A_13</vt:lpwstr>
  </property>
  <property fmtid="{D5CDD505-2E9C-101B-9397-08002B2CF9AE}" pid="3" name="KSOProductBuildVer">
    <vt:lpwstr>1033-12.1.0.28099</vt:lpwstr>
  </property>
</Properties>
</file>